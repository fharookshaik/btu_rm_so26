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5119350" cy="21383625"/>
  <p:notesSz cx="14224000" cy="20104100"/>
  <p:defaultTextStyle>
    <a:defPPr>
      <a:defRPr lang="fr-DZ"/>
    </a:defPPr>
    <a:lvl1pPr marL="0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1pPr>
    <a:lvl2pPr marL="486020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2pPr>
    <a:lvl3pPr marL="972043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3pPr>
    <a:lvl4pPr marL="1458063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4pPr>
    <a:lvl5pPr marL="1944085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5pPr>
    <a:lvl6pPr marL="2430105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6pPr>
    <a:lvl7pPr marL="2916126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7pPr>
    <a:lvl8pPr marL="3402147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8pPr>
    <a:lvl9pPr marL="3888169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3" userDrawn="1">
          <p15:clr>
            <a:srgbClr val="A4A3A4"/>
          </p15:clr>
        </p15:guide>
        <p15:guide id="2" pos="2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5"/>
    <a:srgbClr val="D8F3E3"/>
    <a:srgbClr val="00796B"/>
    <a:srgbClr val="D8E6F3"/>
    <a:srgbClr val="B9DAD3"/>
    <a:srgbClr val="00999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5196" autoAdjust="0"/>
  </p:normalViewPr>
  <p:slideViewPr>
    <p:cSldViewPr>
      <p:cViewPr>
        <p:scale>
          <a:sx n="33" d="100"/>
          <a:sy n="33" d="100"/>
        </p:scale>
        <p:origin x="2707" y="-605"/>
      </p:cViewPr>
      <p:guideLst>
        <p:guide orient="horz" pos="3063"/>
        <p:guide pos="22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tissam Saadi" userId="5d289ff4e4651c3e" providerId="LiveId" clId="{5F37C55A-2BF0-439D-B239-B8DA21EBE123}"/>
    <pc:docChg chg="undo custSel modSld">
      <pc:chgData name="Ibtissam Saadi" userId="5d289ff4e4651c3e" providerId="LiveId" clId="{5F37C55A-2BF0-439D-B239-B8DA21EBE123}" dt="2024-03-02T08:43:32.896" v="186" actId="1076"/>
      <pc:docMkLst>
        <pc:docMk/>
      </pc:docMkLst>
      <pc:sldChg chg="addSp delSp modSp mod">
        <pc:chgData name="Ibtissam Saadi" userId="5d289ff4e4651c3e" providerId="LiveId" clId="{5F37C55A-2BF0-439D-B239-B8DA21EBE123}" dt="2024-03-02T08:43:32.896" v="186" actId="1076"/>
        <pc:sldMkLst>
          <pc:docMk/>
          <pc:sldMk cId="0" sldId="257"/>
        </pc:sldMkLst>
        <pc:spChg chg="mod">
          <ac:chgData name="Ibtissam Saadi" userId="5d289ff4e4651c3e" providerId="LiveId" clId="{5F37C55A-2BF0-439D-B239-B8DA21EBE123}" dt="2024-02-28T16:32:06.992" v="180" actId="20577"/>
          <ac:spMkLst>
            <pc:docMk/>
            <pc:sldMk cId="0" sldId="257"/>
            <ac:spMk id="234" creationId="{2486FA21-A6F9-4A1B-9B63-05CB14218237}"/>
          </ac:spMkLst>
        </pc:spChg>
        <pc:spChg chg="mod">
          <ac:chgData name="Ibtissam Saadi" userId="5d289ff4e4651c3e" providerId="LiveId" clId="{5F37C55A-2BF0-439D-B239-B8DA21EBE123}" dt="2024-03-02T08:43:32.896" v="186" actId="1076"/>
          <ac:spMkLst>
            <pc:docMk/>
            <pc:sldMk cId="0" sldId="257"/>
            <ac:spMk id="239" creationId="{F99FE2A0-89C3-4877-8885-B9D144188DC7}"/>
          </ac:spMkLst>
        </pc:spChg>
        <pc:spChg chg="del mod">
          <ac:chgData name="Ibtissam Saadi" userId="5d289ff4e4651c3e" providerId="LiveId" clId="{5F37C55A-2BF0-439D-B239-B8DA21EBE123}" dt="2024-02-28T16:27:59.141" v="151" actId="478"/>
          <ac:spMkLst>
            <pc:docMk/>
            <pc:sldMk cId="0" sldId="257"/>
            <ac:spMk id="240" creationId="{A291C8BD-5BC5-4F88-A790-A0A1FA3BD7EC}"/>
          </ac:spMkLst>
        </pc:spChg>
        <pc:spChg chg="mod">
          <ac:chgData name="Ibtissam Saadi" userId="5d289ff4e4651c3e" providerId="LiveId" clId="{5F37C55A-2BF0-439D-B239-B8DA21EBE123}" dt="2024-02-28T16:33:40.705" v="183"/>
          <ac:spMkLst>
            <pc:docMk/>
            <pc:sldMk cId="0" sldId="257"/>
            <ac:spMk id="257" creationId="{A55F46AF-678F-4B13-98F4-78F4AC465B57}"/>
          </ac:spMkLst>
        </pc:spChg>
        <pc:spChg chg="mod">
          <ac:chgData name="Ibtissam Saadi" userId="5d289ff4e4651c3e" providerId="LiveId" clId="{5F37C55A-2BF0-439D-B239-B8DA21EBE123}" dt="2024-02-28T16:28:11.913" v="156" actId="1037"/>
          <ac:spMkLst>
            <pc:docMk/>
            <pc:sldMk cId="0" sldId="257"/>
            <ac:spMk id="264" creationId="{0B2502C9-18C8-4237-A096-6BE204B3BF95}"/>
          </ac:spMkLst>
        </pc:spChg>
        <pc:spChg chg="mod">
          <ac:chgData name="Ibtissam Saadi" userId="5d289ff4e4651c3e" providerId="LiveId" clId="{5F37C55A-2BF0-439D-B239-B8DA21EBE123}" dt="2024-02-27T20:55:16.096" v="120"/>
          <ac:spMkLst>
            <pc:docMk/>
            <pc:sldMk cId="0" sldId="257"/>
            <ac:spMk id="269" creationId="{213EFDCA-81BE-40D1-836E-3EBD0F115DB2}"/>
          </ac:spMkLst>
        </pc:spChg>
        <pc:spChg chg="mod">
          <ac:chgData name="Ibtissam Saadi" userId="5d289ff4e4651c3e" providerId="LiveId" clId="{5F37C55A-2BF0-439D-B239-B8DA21EBE123}" dt="2024-02-27T20:55:20.771" v="127" actId="1035"/>
          <ac:spMkLst>
            <pc:docMk/>
            <pc:sldMk cId="0" sldId="257"/>
            <ac:spMk id="271" creationId="{5534811C-592D-427A-9FE0-E708240F07F4}"/>
          </ac:spMkLst>
        </pc:spChg>
        <pc:spChg chg="mod">
          <ac:chgData name="Ibtissam Saadi" userId="5d289ff4e4651c3e" providerId="LiveId" clId="{5F37C55A-2BF0-439D-B239-B8DA21EBE123}" dt="2024-02-27T20:55:23.487" v="135" actId="1035"/>
          <ac:spMkLst>
            <pc:docMk/>
            <pc:sldMk cId="0" sldId="257"/>
            <ac:spMk id="273" creationId="{074A24C9-89EC-4955-8122-F9C073C7A63B}"/>
          </ac:spMkLst>
        </pc:spChg>
        <pc:spChg chg="mod">
          <ac:chgData name="Ibtissam Saadi" userId="5d289ff4e4651c3e" providerId="LiveId" clId="{5F37C55A-2BF0-439D-B239-B8DA21EBE123}" dt="2024-02-28T16:29:46.798" v="169" actId="20577"/>
          <ac:spMkLst>
            <pc:docMk/>
            <pc:sldMk cId="0" sldId="257"/>
            <ac:spMk id="279" creationId="{77B8EB18-9D0E-42CB-BE14-0E982BB05EA2}"/>
          </ac:spMkLst>
        </pc:spChg>
        <pc:spChg chg="mod">
          <ac:chgData name="Ibtissam Saadi" userId="5d289ff4e4651c3e" providerId="LiveId" clId="{5F37C55A-2BF0-439D-B239-B8DA21EBE123}" dt="2024-02-28T16:28:54.488" v="157"/>
          <ac:spMkLst>
            <pc:docMk/>
            <pc:sldMk cId="0" sldId="257"/>
            <ac:spMk id="280" creationId="{C66816FF-56DD-4200-94C0-A1DD20E941D5}"/>
          </ac:spMkLst>
        </pc:spChg>
        <pc:spChg chg="add mod ord">
          <ac:chgData name="Ibtissam Saadi" userId="5d289ff4e4651c3e" providerId="LiveId" clId="{5F37C55A-2BF0-439D-B239-B8DA21EBE123}" dt="2024-02-28T16:31:11.083" v="179" actId="20577"/>
          <ac:spMkLst>
            <pc:docMk/>
            <pc:sldMk cId="0" sldId="257"/>
            <ac:spMk id="281" creationId="{BAF7D857-C482-4516-9501-33060AAD54A0}"/>
          </ac:spMkLst>
        </pc:spChg>
        <pc:grpChg chg="add mod">
          <ac:chgData name="Ibtissam Saadi" userId="5d289ff4e4651c3e" providerId="LiveId" clId="{5F37C55A-2BF0-439D-B239-B8DA21EBE123}" dt="2024-02-28T16:30:42.439" v="172" actId="1036"/>
          <ac:grpSpMkLst>
            <pc:docMk/>
            <pc:sldMk cId="0" sldId="257"/>
            <ac:grpSpMk id="278" creationId="{296BDB74-41FD-4507-8F58-5739E06566C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2917" y="3525937"/>
            <a:ext cx="68330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05839" y="6369432"/>
            <a:ext cx="562723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1945" y="2616019"/>
            <a:ext cx="34969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40035" y="2616019"/>
            <a:ext cx="34969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945" y="454962"/>
            <a:ext cx="723501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945" y="2616019"/>
            <a:ext cx="723501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33227" y="10577803"/>
            <a:ext cx="2572450" cy="294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1945" y="10577803"/>
            <a:ext cx="1848948" cy="294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88012" y="10577803"/>
            <a:ext cx="1848948" cy="294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215">
            <a:extLst>
              <a:ext uri="{FF2B5EF4-FFF2-40B4-BE49-F238E27FC236}">
                <a16:creationId xmlns:a16="http://schemas.microsoft.com/office/drawing/2014/main" id="{EB9A593C-DA97-4D9A-8874-6101A14F1658}"/>
              </a:ext>
            </a:extLst>
          </p:cNvPr>
          <p:cNvSpPr/>
          <p:nvPr/>
        </p:nvSpPr>
        <p:spPr>
          <a:xfrm>
            <a:off x="-14168" y="20334059"/>
            <a:ext cx="15117643" cy="187553"/>
          </a:xfrm>
          <a:prstGeom prst="rect">
            <a:avLst/>
          </a:prstGeom>
          <a:solidFill>
            <a:srgbClr val="002855"/>
          </a:solidFill>
          <a:ln>
            <a:solidFill>
              <a:srgbClr val="00285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Z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534811C-592D-427A-9FE0-E708240F07F4}"/>
              </a:ext>
            </a:extLst>
          </p:cNvPr>
          <p:cNvSpPr txBox="1"/>
          <p:nvPr/>
        </p:nvSpPr>
        <p:spPr>
          <a:xfrm>
            <a:off x="3352470" y="2908485"/>
            <a:ext cx="21241874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12240">
              <a:lnSpc>
                <a:spcPts val="2110"/>
              </a:lnSpc>
            </a:pPr>
            <a:r>
              <a:rPr lang="en-GB" sz="2500" spc="10" dirty="0">
                <a:solidFill>
                  <a:schemeClr val="tx1">
                    <a:lumMod val="75000"/>
                    <a:lumOff val="25000"/>
                  </a:schemeClr>
                </a:solidFill>
                <a:cs typeface="Arial MT"/>
              </a:rPr>
              <a:t>Author name ,</a:t>
            </a:r>
            <a:r>
              <a:rPr lang="en-GB" sz="2500" spc="20" dirty="0">
                <a:solidFill>
                  <a:schemeClr val="tx1">
                    <a:lumMod val="75000"/>
                    <a:lumOff val="25000"/>
                  </a:schemeClr>
                </a:solidFill>
                <a:cs typeface="Arial MT"/>
              </a:rPr>
              <a:t> </a:t>
            </a:r>
            <a:r>
              <a:rPr lang="en-GB" sz="2500" spc="10" dirty="0">
                <a:solidFill>
                  <a:schemeClr val="tx1">
                    <a:lumMod val="75000"/>
                    <a:lumOff val="25000"/>
                  </a:schemeClr>
                </a:solidFill>
                <a:cs typeface="Arial MT"/>
              </a:rPr>
              <a:t>Douglas W.</a:t>
            </a:r>
            <a:r>
              <a:rPr lang="en-GB" sz="2500" spc="25" dirty="0">
                <a:solidFill>
                  <a:schemeClr val="tx1">
                    <a:lumMod val="75000"/>
                    <a:lumOff val="25000"/>
                  </a:schemeClr>
                </a:solidFill>
                <a:cs typeface="Arial MT"/>
              </a:rPr>
              <a:t> </a:t>
            </a:r>
            <a:r>
              <a:rPr lang="en-GB" sz="2500" spc="10" dirty="0">
                <a:solidFill>
                  <a:schemeClr val="tx1">
                    <a:lumMod val="75000"/>
                    <a:lumOff val="25000"/>
                  </a:schemeClr>
                </a:solidFill>
                <a:cs typeface="Arial MT"/>
              </a:rPr>
              <a:t>Cunningham,</a:t>
            </a:r>
            <a:endParaRPr lang="en-GB" sz="2500" dirty="0">
              <a:solidFill>
                <a:schemeClr val="tx1">
                  <a:lumMod val="75000"/>
                  <a:lumOff val="25000"/>
                </a:schemeClr>
              </a:solidFill>
              <a:cs typeface="Arial MT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074A24C9-89EC-4955-8122-F9C073C7A63B}"/>
              </a:ext>
            </a:extLst>
          </p:cNvPr>
          <p:cNvSpPr txBox="1"/>
          <p:nvPr/>
        </p:nvSpPr>
        <p:spPr>
          <a:xfrm>
            <a:off x="-5431680" y="3397385"/>
            <a:ext cx="25720572" cy="360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2585" algn="ctr" rtl="1">
              <a:lnSpc>
                <a:spcPts val="1750"/>
              </a:lnSpc>
            </a:pPr>
            <a:r>
              <a:rPr lang="en-GB" sz="2400" i="1" spc="-5" noProof="1">
                <a:solidFill>
                  <a:schemeClr val="tx1">
                    <a:lumMod val="75000"/>
                    <a:lumOff val="25000"/>
                  </a:schemeClr>
                </a:solidFill>
                <a:cs typeface="Arial MT"/>
              </a:rPr>
              <a:t>Department of Graphical Systems, Univ. BTU Cottbus-Senftenberg, Cottbus, Germany</a:t>
            </a:r>
            <a:endParaRPr lang="en-GB" sz="2400" i="1" noProof="1">
              <a:solidFill>
                <a:schemeClr val="tx1">
                  <a:lumMod val="75000"/>
                  <a:lumOff val="25000"/>
                </a:schemeClr>
              </a:solidFill>
              <a:cs typeface="Arial M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EDC20-AECA-4FD9-A6A0-0D43F9863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13" y="176212"/>
            <a:ext cx="2980537" cy="24488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9C0563-89AC-480A-B53E-5C4CA1D3A377}"/>
              </a:ext>
            </a:extLst>
          </p:cNvPr>
          <p:cNvSpPr txBox="1"/>
          <p:nvPr/>
        </p:nvSpPr>
        <p:spPr>
          <a:xfrm>
            <a:off x="3292475" y="165736"/>
            <a:ext cx="8415290" cy="2448876"/>
          </a:xfrm>
          <a:prstGeom prst="rect">
            <a:avLst/>
          </a:prstGeom>
          <a:solidFill>
            <a:srgbClr val="002855"/>
          </a:solidFill>
          <a:ln>
            <a:solidFill>
              <a:srgbClr val="B9DAD3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fr-D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F15510-2C07-48CC-9664-2E88163B3D5F}"/>
              </a:ext>
            </a:extLst>
          </p:cNvPr>
          <p:cNvSpPr txBox="1"/>
          <p:nvPr/>
        </p:nvSpPr>
        <p:spPr>
          <a:xfrm>
            <a:off x="3684133" y="977681"/>
            <a:ext cx="7152142" cy="646331"/>
          </a:xfrm>
          <a:prstGeom prst="rect">
            <a:avLst/>
          </a:prstGeom>
          <a:solidFill>
            <a:srgbClr val="0028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Music and  AI (Title)</a:t>
            </a:r>
            <a:endParaRPr lang="fr-DZ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EF424-2287-41D2-8BB5-945EB01959A8}"/>
              </a:ext>
            </a:extLst>
          </p:cNvPr>
          <p:cNvSpPr txBox="1"/>
          <p:nvPr/>
        </p:nvSpPr>
        <p:spPr>
          <a:xfrm>
            <a:off x="1602950" y="20614095"/>
            <a:ext cx="3048000" cy="681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Contact :</a:t>
            </a:r>
          </a:p>
          <a:p>
            <a:r>
              <a:rPr lang="en-GB" dirty="0"/>
              <a:t>Iemail.email@b-tu.de</a:t>
            </a:r>
            <a:endParaRPr lang="fr-DZ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B50344-4D33-4C58-99C3-D269E5B9D93C}"/>
              </a:ext>
            </a:extLst>
          </p:cNvPr>
          <p:cNvSpPr txBox="1"/>
          <p:nvPr/>
        </p:nvSpPr>
        <p:spPr>
          <a:xfrm>
            <a:off x="240791" y="4738495"/>
            <a:ext cx="14557883" cy="4300023"/>
          </a:xfrm>
          <a:prstGeom prst="rect">
            <a:avLst/>
          </a:prstGeom>
          <a:solidFill>
            <a:srgbClr val="D8E6F3"/>
          </a:solidFill>
          <a:ln w="57150">
            <a:solidFill>
              <a:srgbClr val="D8E6F3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sz="3600" dirty="0"/>
              <a:t>Introduction ,,,,,,</a:t>
            </a:r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 </a:t>
            </a:r>
          </a:p>
          <a:p>
            <a:endParaRPr lang="fr-DZ" sz="3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F4FA31-0270-487F-9185-B081F0D1AD1B}"/>
              </a:ext>
            </a:extLst>
          </p:cNvPr>
          <p:cNvSpPr/>
          <p:nvPr/>
        </p:nvSpPr>
        <p:spPr>
          <a:xfrm>
            <a:off x="563645" y="4279807"/>
            <a:ext cx="3839750" cy="873640"/>
          </a:xfrm>
          <a:prstGeom prst="rect">
            <a:avLst/>
          </a:prstGeom>
          <a:solidFill>
            <a:srgbClr val="002855"/>
          </a:solidFill>
          <a:ln>
            <a:solidFill>
              <a:srgbClr val="002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INTRODUCTION</a:t>
            </a:r>
            <a:endParaRPr lang="fr-DZ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9B4A6A-72B2-458A-879C-0946B1E853F9}"/>
              </a:ext>
            </a:extLst>
          </p:cNvPr>
          <p:cNvSpPr txBox="1"/>
          <p:nvPr/>
        </p:nvSpPr>
        <p:spPr>
          <a:xfrm>
            <a:off x="240792" y="9770333"/>
            <a:ext cx="10595483" cy="2743443"/>
          </a:xfrm>
          <a:prstGeom prst="rect">
            <a:avLst/>
          </a:prstGeom>
          <a:solidFill>
            <a:srgbClr val="D8E6F3"/>
          </a:solidFill>
          <a:ln w="57150">
            <a:solidFill>
              <a:srgbClr val="D8E6F3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0E04632-461F-4125-924D-EBCD092885F6}"/>
              </a:ext>
            </a:extLst>
          </p:cNvPr>
          <p:cNvSpPr/>
          <p:nvPr/>
        </p:nvSpPr>
        <p:spPr>
          <a:xfrm>
            <a:off x="549275" y="9392541"/>
            <a:ext cx="5472030" cy="893655"/>
          </a:xfrm>
          <a:prstGeom prst="rect">
            <a:avLst/>
          </a:prstGeom>
          <a:solidFill>
            <a:srgbClr val="002855"/>
          </a:solidFill>
          <a:ln>
            <a:solidFill>
              <a:srgbClr val="002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RESEARCH QUESTION</a:t>
            </a:r>
            <a:endParaRPr lang="fr-DZ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DCB1D9-DC08-4ED4-82AE-AC729591899E}"/>
              </a:ext>
            </a:extLst>
          </p:cNvPr>
          <p:cNvGrpSpPr/>
          <p:nvPr/>
        </p:nvGrpSpPr>
        <p:grpSpPr>
          <a:xfrm>
            <a:off x="275920" y="12821574"/>
            <a:ext cx="14487624" cy="6293047"/>
            <a:chOff x="240791" y="13379557"/>
            <a:chExt cx="14487624" cy="629304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90594AB-547D-40A7-96E3-768ACCE87DB2}"/>
                </a:ext>
              </a:extLst>
            </p:cNvPr>
            <p:cNvSpPr txBox="1"/>
            <p:nvPr/>
          </p:nvSpPr>
          <p:spPr>
            <a:xfrm>
              <a:off x="240791" y="13839871"/>
              <a:ext cx="14487624" cy="5832733"/>
            </a:xfrm>
            <a:prstGeom prst="rect">
              <a:avLst/>
            </a:prstGeom>
            <a:solidFill>
              <a:srgbClr val="D8E6F3"/>
            </a:solidFill>
            <a:ln w="57150">
              <a:solidFill>
                <a:srgbClr val="D8E6F3"/>
              </a:solidFill>
            </a:ln>
          </p:spPr>
          <p:txBody>
            <a:bodyPr wrap="square" rtlCol="0">
              <a:spAutoFit/>
            </a:bodyPr>
            <a:lstStyle/>
            <a:p>
              <a:endParaRPr lang="fr-DZ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4C60E00-42B4-4C6B-BF30-F2B9186A6632}"/>
                </a:ext>
              </a:extLst>
            </p:cNvPr>
            <p:cNvSpPr/>
            <p:nvPr/>
          </p:nvSpPr>
          <p:spPr>
            <a:xfrm>
              <a:off x="4449845" y="13379557"/>
              <a:ext cx="5472030" cy="893655"/>
            </a:xfrm>
            <a:prstGeom prst="rect">
              <a:avLst/>
            </a:prstGeom>
            <a:solidFill>
              <a:srgbClr val="002855"/>
            </a:solidFill>
            <a:ln>
              <a:solidFill>
                <a:srgbClr val="0028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  METHODOLOGY</a:t>
              </a:r>
              <a:endParaRPr lang="fr-DZ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5FE42A9-7B0D-46F7-8C60-2B2CABCD40DB}"/>
              </a:ext>
            </a:extLst>
          </p:cNvPr>
          <p:cNvSpPr txBox="1"/>
          <p:nvPr/>
        </p:nvSpPr>
        <p:spPr>
          <a:xfrm>
            <a:off x="320675" y="19454812"/>
            <a:ext cx="1949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References :</a:t>
            </a:r>
          </a:p>
          <a:p>
            <a:r>
              <a:rPr lang="en-GB" sz="2400" i="1"/>
              <a:t>[1]  ,,,</a:t>
            </a:r>
            <a:endParaRPr lang="fr-DZ" sz="24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BFD1FF-4443-4C74-8BA1-C8CE8FF32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3075" y="360848"/>
            <a:ext cx="2978192" cy="21013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17512</TotalTime>
  <Words>57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Driver's Facial Expression Recognition: Enhancing Road Safety through Advanced Technology</dc:title>
  <dc:subject>Computer Science [cs], Computer Science [cs]/Artificial Intelligence [cs.AI]</dc:subject>
  <dc:creator>Ibtissam Saadi, Douglas W. Cunningham, Yassin El Hillali, Abdelmalik Taleb-Ahmed, Abdenour Hadid</dc:creator>
  <cp:keywords>Driver facial expression recognition, emotion recognition of driver, computer vision, driving safety</cp:keywords>
  <cp:lastModifiedBy>Ibtissam Saadi</cp:lastModifiedBy>
  <cp:revision>43</cp:revision>
  <dcterms:created xsi:type="dcterms:W3CDTF">2024-02-27T18:48:50Z</dcterms:created>
  <dcterms:modified xsi:type="dcterms:W3CDTF">2024-12-09T14:31:03Z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2024-02-19T00:00:00Z</vt:filetime>
  </property>
  <property fmtid="{D5CDD505-2E9C-101B-9397-08002B2CF9AE}" pid="3" name="Creator">
    <vt:lpwstr>HAL</vt:lpwstr>
  </property>
  <property fmtid="{D5CDD505-2E9C-101B-9397-08002B2CF9AE}" pid="4" name="LastSaved">
    <vt:filetime>2024-02-19T00:00:00Z</vt:filetime>
  </property>
</Properties>
</file>